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balancing.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Search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lookup is O(log 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